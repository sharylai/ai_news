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【開場 30 秒】
各位老師、同學好。今天要分享的是我做的一個專案——AI Video News，一個「會自己每天工作」的全自動 AI 影音情報系統。
它每天早上 8 點，自動把全球最新的 AI 影音資訊，整理成可以直接行動的情報，發佈到網站、生成社群素材、寄到我信箱——全程沒有人介入。
這個專案我想分享的不只是「做了什麼」，而是「AI 時代，一個人可以用多低的成本，做到過去一個團隊才能做的事」。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【緣起 1 分鐘】
先講為什麼做。AI 影音這個領域，工具幾乎每週更新，資訊爆炸。但真正的痛點不是資訊太少——是太多、太雜、看不懂、也沒時間轉成決策。
所以我給這個產品的定位很明確（指右邊）：不做翻譯、不做摘要，而是做「洞察」跟「行動轉化」。
重點不是告訴你發生什麼事，而是告訴你「這對你的生意代表什麼，今天可以做什麼」。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【架構 1 分鐘】
系統架構分三層：採集、AI 處理、輸出。（由上往下指）
上層多源採集；中層是核心——用 Claude 做三層 AI 處理，加上真實性防線；下層輸出到網站、社群、Email。
一句話總結設計哲學：全程用免費或近零成本的雲端服務，沒有自建伺服器、沒有維運人力。這是後面成本能壓到極低的關鍵。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【六大板塊 1 分半】
網站每天自動產出六個區塊，形成「資訊到行動」的閉環。（快速掃過六塊）
我特別講三個：① AI 新視野——AI 模擬我的觀點寫產業洞察；④ AI 製片實戰——自動從 YouTube 抓 AI 影片製作教學；⑤ 每日金句——電影海報風格，用真實 AI 名人名言。
重點是：這六塊每天「自動生成」，不是我寫的。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【工具 1 分鐘】
這是完整的工具清單。各位注意最右邊一欄「成本」——幾乎全部是「免費」。
排程、資料庫、網站、託管、社群素材、通知、備援，全部零成本。唯一花錢的只有 AI 模型那一塊。
這就是「站在巨人肩膀上」——用免費的雲端生態，把基礎設施成本降到零。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【AI 分工 1 分鐘】
這頁是成本控制的核心智慧：不是所有任務都用最貴的模型。
大量初篩用便宜的 Haiku；需要品質的評分跟撰寫用 Sonnet；去重用更便宜的 Embedding。
就像企業用人——粗活交給效率工具，關鍵決策才用最強的資源。分層分工，品質跟成本同時顧到。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【真實性防線 1 分半】★重點頁
這頁是我最想強調的。AI 自動化最大的風險是「幻覺」——它會一本正經地講假話。如果系統每天自動發佈假情報，品牌信任就毀了。
所以我設了三道防線：可信度分級、來源網域驗證、嚴禁幻覺的指令。
（指右邊）管理意涵是：在 AI 系統裡，「可信度治理」比「產量」更重要。寧可少推、精準，也不冒信任的風險。這是企業導入 AI 最容易忽略、卻最致命的一點。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【雙重觸發 1 分鐘】★工程亮點
分享一個真實故事：上線後有一天，主觸發器突然漏跑，那天沒有更新。
我的解法不是「每天盯著」，而是加一道「跨平台備援」——Google 的主觸發器 8 點跑，GitHub 的備援 8 點 35 補位。
關鍵是「冪等設計」：主觸發成功，備援自動跳過；主觸發失敗，備援自動補跑。兩個系統不會同時壞。
管理意涵：可靠性從「會出錯」提升到「自我修復」。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【資料來源 40 秒】
快速帶過收集的平台：官方部落格、科技媒體、關鍵字搜尋、YouTube、社群媒體。
重點是「多源」——不依賴單一來源，所以即使某個來源失效，系統還是有料。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【成本 1 分鐘】★震撼頁
這頁請大家記住一個數字（指大數字）：每月 2 到 3 美元，台幣不到 100 元。
（指右邊）原本規劃要 47 到 77 美元，最終實作壓到 2 到 3，省了 95%。
更重要的是隱性成本趨近於零——無人力、無伺服器、無維運。
一句話：用一杯咖啡的錢，取代過去一個小編團隊的工作。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【EMBA 觀點 1 分半】★管理結論
從管理的角度，我歸納三個啟示：
一、內容內製化已經被驗證可行；二、AI 的價值在「放大」人、不在取代——它把人從雜事釋放到策略跟創意；三、可信度治理是 AI 落地的關鍵門檻。
（指右邊）而且這套方法論可以複製——多源採集、AI 分層、可信度治理、多通道發佈、跨平台冗餘。同樣的架構可以搬到金融、醫療、零售任何每日情報的場景。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【結語 40 秒】
最後總結。這個專案證明了一件事：一個人，用接近零的成本，可以建立並維運過去需要團隊的系統。
關鍵不在工具多貴，而在三件事：架構設計、品質治理、可靠工程。
（念出黃字）AI 時代的核心競爭力，不是誰擁有最強的工具，而是誰能把工具組織成穩定、可信、可規模化的系統。
謝謝大家，歡迎提問。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3" name="Image 0" descr="..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371600"/>
            <a:ext cx="384048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 8 點 ｜ AI 影音趨勢雷達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2960" y="3383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 AI 影音情報系統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AI 自主運作、每日產出產業情報與社群素材的全自動內容系統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5074920"/>
            <a:ext cx="2560320" cy="457200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EMBA 專案報告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線上運作中：sharylai.github.io/AI_News　|　影音創客監製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　專案緣起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從「資訊焦慮」到「行動轉化」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產業痛點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777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64008" cy="7772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每天追新工具太累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140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工具幾乎每週更新，資訊分散各處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212080" cy="777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926080"/>
            <a:ext cx="64008" cy="7772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17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看不懂技術規格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3284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不知道如何轉化為商業應用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212080" cy="777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840480"/>
            <a:ext cx="64008" cy="7772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缺乏系統化整理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2428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沒有人把知識轉成可行動的決策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554480"/>
            <a:ext cx="5486400" cy="40233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產品定位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286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「每天 8 點，幫你把全球 AI 影音情報，轉化為立刻可用的創作靈感與商業行動。」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4652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核心差異化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不做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翻譯 與 摘要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而做　</a:t>
            </a:r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洞察 與 行動轉化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983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目標：影音創客 · 行銷人 · 企業 HR/L&amp;D · AI 工具玩家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Video News｜影音創客 · EMBA 專案報告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　系統架構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採集 → 判斷 → 撰寫 → 發佈，全程由 AI 自主完成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1691640"/>
            <a:ext cx="9235440" cy="11430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1856232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資料輸入層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737360" y="229514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RSS 官方部落格　·　Tavily 關鍵字搜尋　·　YouTube Data API　·　社群與媒體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89320" y="2834640"/>
            <a:ext cx="1828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3108960"/>
            <a:ext cx="9235440" cy="1143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3273552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核心處理層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71246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三層分工：Haiku 過濾 → Sonnet 評分/分類/摘要 → Sonnet 撰寫觀點　＋　真實性防線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89320" y="4251960"/>
            <a:ext cx="1828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1463040" y="4526280"/>
            <a:ext cx="9235440" cy="11430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3" name="Text 11"/>
          <p:cNvSpPr/>
          <p:nvPr/>
        </p:nvSpPr>
        <p:spPr>
          <a:xfrm>
            <a:off x="1737360" y="4690872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輸出與儲存層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737360" y="512978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Sheets 資料庫 → 網站即時呈現　·　社群圖文 → Google Drive + Email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463040" y="598932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設計哲學：全程使用免費或近零成本的雲端服務，無自建伺服器、無維運人力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Video News｜影音創客 · EMBA 專案報告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　內容設計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六大內容板塊：資訊 → 洞察 → 行動的閉環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691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3520440" cy="8229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8928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新視野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模擬創辦人觀點，撰寫 100–150 字產業洞察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3520440" cy="1691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600200"/>
            <a:ext cx="3520440" cy="8229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187452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66360" y="18928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今日三大戰情點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24688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當日最具衝擊力 3 件事，含為什麼重要 + 今日行動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1600200"/>
            <a:ext cx="3520440" cy="1691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600200"/>
            <a:ext cx="3520440" cy="8229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Shape 16"/>
          <p:cNvSpPr/>
          <p:nvPr/>
        </p:nvSpPr>
        <p:spPr>
          <a:xfrm>
            <a:off x="8458200" y="187452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84582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006840" y="18928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趨勢。商業。創新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58200" y="24688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 快報，每則 50–100 字摘要 + 評分 + 可信度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3520440" cy="1691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566160"/>
            <a:ext cx="3520440" cy="8229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25880" y="38587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製片實戰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7240" y="44348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YouTube/社群/媒體的 AI 影片製作教學案例，每日 3 則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89120" y="3566160"/>
            <a:ext cx="3520440" cy="1691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0" y="3566160"/>
            <a:ext cx="3520440" cy="8229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0" name="Shape 28"/>
          <p:cNvSpPr/>
          <p:nvPr/>
        </p:nvSpPr>
        <p:spPr>
          <a:xfrm>
            <a:off x="4617720" y="384048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1" name="Text 29"/>
          <p:cNvSpPr/>
          <p:nvPr/>
        </p:nvSpPr>
        <p:spPr>
          <a:xfrm>
            <a:off x="46177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66360" y="38587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 AI 金句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17720" y="44348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電影海報風，真實 AI 名人名言 24 位輪替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229600" y="3566160"/>
            <a:ext cx="3520440" cy="1691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0" y="3566160"/>
            <a:ext cx="3520440" cy="8229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6" name="Shape 34"/>
          <p:cNvSpPr/>
          <p:nvPr/>
        </p:nvSpPr>
        <p:spPr>
          <a:xfrm>
            <a:off x="8458200" y="384048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7" name="Text 35"/>
          <p:cNvSpPr/>
          <p:nvPr/>
        </p:nvSpPr>
        <p:spPr>
          <a:xfrm>
            <a:off x="8458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006840" y="38587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歷史封存 + 搜尋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58200" y="44348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完整資料庫，可依工具/分類/日期檢索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Video News｜影音創客 · EMBA 專案報告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　技術堆疊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使用的工具：全程免費或近零成本的雲端生態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67512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角色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採用工具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成本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排程引擎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Google Apps Script 時間觸發器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核心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Anthropic Claude API（Haiku / Sonnet）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依用量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去重比對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OpenAI Embedding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極低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資料抓取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Tavily API · YouTube Data API · RSS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免費額度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資料庫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Google Sheets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網站前端 / 託管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Alpine.js + Tailwind（無 build）/ GitHub Pages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社群素材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Google Slides API + Python 圖卡生成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通知 / 備援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Gmail 寄送 · GitHub Actions 備援觸發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Video News｜影音創客 · EMBA 專案報告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　AI 分工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三層分工：成本與品質的平衡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6576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95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Haiku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大量初篩過濾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749040"/>
            <a:ext cx="292608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319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量大、便宜、速度快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每天篩 100+ 則原始資料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520440" cy="36576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395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Sonnet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評分 · 分類 · 摘要 · 觀點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3749040"/>
            <a:ext cx="292608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9319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品質與成本最佳平衡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撰寫繁中洞察與行動建議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520440" cy="36576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2395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 Embedding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2104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標題去重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21040" y="3749040"/>
            <a:ext cx="292608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39319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便宜、效果好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避免同則新聞重複出現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Video News｜影音創客 · EMBA 專案報告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　品質控制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真實性防線：杜絕 AI 幻覺、守住品牌信任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772400" cy="10515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93392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5623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可信度分級 A–D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1945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 A/B 級（官方、主流媒體）自動發佈；C/D 級（單一社群爆料）自動隔離至待人工確認，不上線。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7772400" cy="10515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27832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09067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來源網域驗證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4290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宣稱「某公司發布」的消息，原文網址須與該公司官方網域相符，否則自動攔截。源於一次實際攔截到的假消息。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7772400" cy="10515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462272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3251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嚴禁幻覺 Prompt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6634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摘要必須完全基於原文，不可捏造功能或數據；不確定時使用「據官方說法」「報導指出」避責。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95360" y="1691640"/>
            <a:ext cx="3017520" cy="33375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0" name="Text 18"/>
          <p:cNvSpPr/>
          <p:nvPr/>
        </p:nvSpPr>
        <p:spPr>
          <a:xfrm>
            <a:off x="886968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管理意涵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69680" y="242316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AI 自動化系統中，「可信度治理」比「產量」更重要。寧可少推、精準，也不冒品牌信任的風險。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Video News｜影音創客 · EMBA 專案報告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　可靠性設計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雙重自動觸發：確保每日不中斷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286000"/>
          </a:xfrm>
          <a:prstGeom prst="rect">
            <a:avLst/>
          </a:prstGeom>
          <a:solidFill>
            <a:srgbClr val="FBBF2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933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 08:00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主觸發器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Apps Script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3649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正常每天執行的主力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6616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9933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 08:35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1772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備援觸發器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33649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偵測主觸發器漏跑 → 自動補上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383280" cy="2286000"/>
          </a:xfrm>
          <a:prstGeom prst="rect">
            <a:avLst/>
          </a:prstGeom>
          <a:solidFill>
            <a:srgbClr val="F9FA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冪等設計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0" y="24231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主觸發成功 →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備援自動跳過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（不重複）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主觸發失敗 →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備援自動補跑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11064240" cy="11887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管理意涵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兩個觸發器分屬不同平台、不同時間，同時失效機率極低。可靠性從「會出錯」提升到「自我修復」。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Video News｜影音創客 · EMBA 專案報告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　資料來源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收集的平台：多源情報採集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官方部落格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08960" y="1737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 · Google DeepMind · Hugging Face · Google AI Blog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0" y="1792224"/>
            <a:ext cx="1828800" cy="457200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23744"/>
            <a:ext cx="11064240" cy="74980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1518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科技媒體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08960" y="261518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TechCrunch · The Verge · MIT Tech Review · Ars Technica · VentureBeat · Engadget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0" y="2670048"/>
            <a:ext cx="1828800" cy="457200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11064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930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關鍵字搜尋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08960" y="34930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全球新聞：AI video / Sora / Runway / 影片生成 等中英關鍵字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0" y="3547872"/>
            <a:ext cx="1828800" cy="457200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Tavily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79392"/>
            <a:ext cx="11064240" cy="74980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3708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影音教學案例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08960" y="43708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YouTube：AI 影片製作 · 工作流 · Prompt 教學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0" y="4425696"/>
            <a:ext cx="1828800" cy="457200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YouTube Data API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57216"/>
            <a:ext cx="11064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2486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社群與媒體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108960" y="524865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Threads · Instagram · 小紅書（人工精選補充）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0" y="5303520"/>
            <a:ext cx="1828800" cy="457200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半自動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Video News｜影音創客 · EMBA 專案報告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　成本分析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用一杯咖啡的成本，取代一個小編團隊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36576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每月實際成本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$2–3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約新台幣 75–95 元 / 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無人力 · 無伺服器 · 無維運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成本對照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5040" y="2286000"/>
            <a:ext cx="5577840" cy="74980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377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原始規劃（n8n + 付費服務）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78408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$47–77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35040" y="3200400"/>
            <a:ext cx="5577840" cy="74980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3291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最終實作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8408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$2–3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35040" y="4251960"/>
            <a:ext cx="5577840" cy="1143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4434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節省約 </a:t>
            </a:r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95%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4937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善用 AI ＋ 免費雲端生態，取代過去需要團隊的內容生產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Video News｜影音創客 · EMBA 專案報告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　EMBA 觀點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商業價值與管理啟示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49440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051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內製化已被驗證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6712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過去需編輯團隊的每日快報 + 社群素材，現可由 AI 全自動完成，成本降 95% 以上。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6949440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70632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8950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在放大、不在取代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把人力從採集整理，釋放到策略判斷與創意——AI 還做不到的高價值環節。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49624"/>
            <a:ext cx="6949440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49624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6849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可信度治理是落地關鍵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325112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真實性防線正是企業導入 AI 時最易忽略、卻最致命的風險控管。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0" y="1691640"/>
            <a:ext cx="3840480" cy="32461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可複製的方法論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24231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多源採集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分層處理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可信度治理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多通道發佈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跨平台冗餘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0" y="4434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可遷移到金融、醫療、法律、零售等任何每日情報場景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Video News｜影音創客 · EMBA 專案報告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一個人，用接近零的成本，</a:t>
            </a:r>
            <a:endParaRPr lang="en-US" sz="3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建立並維運過去需要團隊的全自動內容系統。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3383280" cy="13716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3657600"/>
            <a:ext cx="3383280" cy="731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886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架構設計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297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把昂貴的人力與伺服器，用 AI 與免費生態取代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3657600"/>
            <a:ext cx="3383280" cy="13716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3657600"/>
            <a:ext cx="3383280" cy="731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3886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品質治理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4297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用真實性防線守住品牌信任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3657600"/>
            <a:ext cx="3383280" cy="13716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4" name="Shape 12"/>
          <p:cNvSpPr/>
          <p:nvPr/>
        </p:nvSpPr>
        <p:spPr>
          <a:xfrm>
            <a:off x="8138160" y="3657600"/>
            <a:ext cx="3383280" cy="731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3886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可靠工程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4297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用跨平台冗餘確保不中斷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BBF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時代的核心競爭力——不是誰擁有最強的工具，而是誰能把工具組織成穩定、可信、可規模化的系統。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sharylai.github.io/AI_News　|　影音創客監製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Video News｜EMBA 專案報告</dc:title>
  <dc:subject>PptxGenJS Presentation</dc:subject>
  <dc:creator>影音創客</dc:creator>
  <cp:lastModifiedBy>影音創客</cp:lastModifiedBy>
  <cp:revision>1</cp:revision>
  <dcterms:created xsi:type="dcterms:W3CDTF">2026-06-10T11:17:28Z</dcterms:created>
  <dcterms:modified xsi:type="dcterms:W3CDTF">2026-06-10T11:17:28Z</dcterms:modified>
</cp:coreProperties>
</file>